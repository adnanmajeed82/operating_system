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Libre Baskerville"/>
      <p:regular r:id="rId15"/>
    </p:embeddedFont>
    <p:embeddedFont>
      <p:font typeface="Libre Baskerville"/>
      <p:regular r:id="rId16"/>
    </p:embeddedFon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Operating Systems: A Foundation for Computing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 to the world of operating systems! This presentation will explore the fundamentals of operating systems, their essential roles, and how they manage your computer's resources.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8460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821561"/>
            <a:ext cx="244518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Adnan Majeed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8704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an Operating System?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3549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Heart of the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operating system (OS) is the software that manages a computer's hardware resources and provides a platform for applications to run.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Functions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Management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 Management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Scheduling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and Protection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5069" y="613410"/>
            <a:ext cx="7586663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Types of Operating Systems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5069" y="2337792"/>
            <a:ext cx="3682127" cy="3061930"/>
          </a:xfrm>
          <a:prstGeom prst="roundRect">
            <a:avLst>
              <a:gd name="adj" fmla="val 109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487478" y="2560201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Desktop OS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87478" y="3041333"/>
            <a:ext cx="3237309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for personal computers, with user-friendly interfaces and wide application support. Examples: Windows, macOS, Linux.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69604" y="2337792"/>
            <a:ext cx="3682127" cy="3061930"/>
          </a:xfrm>
          <a:prstGeom prst="roundRect">
            <a:avLst>
              <a:gd name="adj" fmla="val 109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10392013" y="2560201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 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92013" y="3041333"/>
            <a:ext cx="3237309" cy="2135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for mobile devices, providing touch-based interfaces, power management, and app ecosystems. Examples: Android, iOS.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65069" y="5622131"/>
            <a:ext cx="7586663" cy="1993940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6487478" y="5844540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Server OS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87478" y="6325672"/>
            <a:ext cx="7141845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powerful servers, managing network resources, storage, and security for multiple users. Examples: Windows Server, Linux Server.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364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Calls: The Bridge Between Programs and Hardware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98014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773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264348"/>
            <a:ext cx="36080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calls are special functions that provide programs with access to hardware and operating system resources.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21" y="398014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4773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Types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5264348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Management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742021" y="5706547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 Management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4742021" y="6148745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67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Concepts: The Building Blocks of Multitasking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3383280"/>
            <a:ext cx="30480" cy="392942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3878342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36384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6544389" y="3723442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3610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Definition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410051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process represents an executing program with its own memory space, resources, and execution context.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577500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55350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6515576" y="5620107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5506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States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5997178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cycle through various states: Running, Ready, Waiting, and Terminated, reflecting their current activity and resource usage.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31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Management: Orchestrating Execution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60846"/>
            <a:ext cx="1134070" cy="2032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87660"/>
            <a:ext cx="40907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Control Block (PCB)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78079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PCB is a data structure that stores important information about each process, enabling the operating system to track and manage their execution.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93600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5220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Scheduling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710833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operating system determines which process to execute next, using algorithms like round-robin or priority scheduling to optimize resource utilization.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811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 Synchronization: Maintaining Order in Concurrency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424" y="2989302"/>
            <a:ext cx="3228022" cy="20327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1213" y="4049792"/>
            <a:ext cx="12644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895261" y="3397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Concurrency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895261" y="3887986"/>
            <a:ext cx="7714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multiple processes or threads execute simultaneously, they may access shared resources.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725120" y="5035153"/>
            <a:ext cx="8054816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94" y="5078730"/>
            <a:ext cx="6456164" cy="20327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7043" y="5868352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509272" y="53055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Synchronization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509272" y="5795963"/>
            <a:ext cx="61005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Synchronization mechanisms ensure that access to shared resources is coordinated, preventing race conditions and maintaining data consistency.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020"/>
            <a:ext cx="8790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 and Next Steps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96428"/>
            <a:ext cx="2173724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504599"/>
            <a:ext cx="12644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123242"/>
            <a:ext cx="3813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Foundation of Computing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2613660"/>
            <a:ext cx="104154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Operating systems provide the essential foundation for all software applications to run on a computer.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551039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679627"/>
            <a:ext cx="4347567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4287798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906441"/>
            <a:ext cx="36640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Understanding the Basics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396859"/>
            <a:ext cx="8241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system calls, process concepts, and synchronization is crucial for building robust and efficient software.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20604" y="6252448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9131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Further Exploration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exploring advanced topics like memory management, file systems, and security to deepen your understanding of operating systems.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2025-01-13T09:48:33Z</dcterms:created>
  <dcterms:modified xsi:type="dcterms:W3CDTF">2025-01-13T09:48:33Z</dcterms:modified>
</cp:coreProperties>
</file>